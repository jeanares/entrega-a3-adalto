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Estrutura do Grafo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t>typedef struct Edge {</a:t>
            </a:r>
            <a:br/>
            <a:r>
              <a:t>    int to;</a:t>
            </a:r>
            <a:br/>
            <a:r>
              <a:t>    int weight;</a:t>
            </a:r>
            <a:br/>
            <a:r>
              <a:t>    struct Edge *next;</a:t>
            </a:r>
            <a:br/>
            <a:r>
              <a:t>} Edge;</a:t>
            </a:r>
            <a:br/>
            <a:br/>
            <a:r>
              <a:t>Edge *adj[MAX_CITIES] = {NULL};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Representa conexões entre cidades. Cada Edge guarda destino e peso. adj[] é um vetor de listas ligadas.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Adicionar Conexão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t>void add_edge(int a, int b, int w) {</a:t>
            </a:r>
            <a:br/>
            <a:r>
              <a:t>    Edge *e1 = malloc(sizeof(Edge));</a:t>
            </a:r>
            <a:br/>
            <a:r>
              <a:t>    e1-&gt;to = b; e1-&gt;weight = w; e1-&gt;next = adj[a]; adj[a] = e1;</a:t>
            </a:r>
            <a:br/>
            <a:br/>
            <a:r>
              <a:t>    Edge *e2 = malloc(sizeof(Edge));</a:t>
            </a:r>
            <a:br/>
            <a:r>
              <a:t>    e2-&gt;to = a; e2-&gt;weight = w; e2-&gt;next = adj[b]; adj[b] = e2;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Cria duas arestas para manter o grafo não direcionado. Liga cidade A com B e vice-versa.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Algoritmo Dijkstra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t>void dijkstra(int src, int dist[], int prev[]) {</a:t>
            </a:r>
            <a:br/>
            <a:r>
              <a:t>    for (int i=0; i&lt;city_count; ++i) { dist[i] = INT_MAX; prev[i] = -1; }</a:t>
            </a:r>
            <a:br/>
            <a:r>
              <a:t>    dist[src] = 0;</a:t>
            </a:r>
            <a:br/>
            <a:r>
              <a:t>    ...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Inicializa distâncias com infinito, define origem como 0 e atualiza vizinhos até visitar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Busca Aproximada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t>int levenshtein(const char *s1, const char *s2) {</a:t>
            </a:r>
            <a:br/>
            <a:r>
              <a:t>    ...</a:t>
            </a:r>
            <a:br/>
            <a:r>
              <a:t>}</a:t>
            </a:r>
            <a:br/>
            <a:br/>
            <a:r>
              <a:t>int fuzzy_match_city(const char *name) {</a:t>
            </a:r>
            <a:br/>
            <a:r>
              <a:t>    ...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Usa algoritmo de Levenshtein para encontrar cidade mais próxima do nome digitado.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Função Principal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000000"/>
                </a:solidFill>
                <a:latin typeface="Courier New"/>
              </a:defRPr>
            </a:pPr>
            <a:r>
              <a:t>int main() {</a:t>
            </a:r>
            <a:br/>
            <a:r>
              <a:t>    load_graph_from_csv();</a:t>
            </a:r>
            <a:br/>
            <a:r>
              <a:t>    while (1) {</a:t>
            </a:r>
            <a:br/>
            <a:r>
              <a:t>        show_menu();</a:t>
            </a:r>
            <a:br/>
            <a:r>
              <a:t>        ...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t>Carrega grafo do CSV e apresenta menu interativo para operações: listar cidades, calcular distância, criar conexões.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